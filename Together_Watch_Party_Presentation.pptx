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s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3800" b="1">
                <a:solidFill>
                  <a:srgbClr val="F8FAFC"/>
                </a:solidFill>
                <a:latin typeface="Calibri"/>
              </a:defRPr>
            </a:pPr>
            <a:r>
              <a:t>TOGETHER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6366F1"/>
                </a:solidFill>
                <a:latin typeface="Calibri"/>
              </a:defRPr>
            </a:pPr>
            <a:r>
              <a:t>A Responsive, Real-Time Synchronized Watch-Party Web Platform</a:t>
            </a:r>
          </a:p>
          <a:p>
            <a:pPr algn="ctr">
              <a:spcBef>
                <a:spcPts val="200"/>
              </a:spcBef>
              <a:defRPr sz="1300" i="1">
                <a:solidFill>
                  <a:srgbClr val="94A3B8"/>
                </a:solidFill>
                <a:latin typeface="Calibri"/>
              </a:defRPr>
            </a:pPr>
            <a:r>
              <a:t>“Watch together, wherever you are.”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389120"/>
            <a:ext cx="7619695" cy="1737360"/>
          </a:xfrm>
          <a:prstGeom prst="roundRect">
            <a:avLst/>
          </a:prstGeom>
          <a:solidFill>
            <a:srgbClr val="131B2A"/>
          </a:solidFill>
          <a:ln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4480560"/>
            <a:ext cx="7253935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PROJECT PRESENTATION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F8FAFC"/>
                </a:solidFill>
                <a:latin typeface="Calibri"/>
              </a:defRPr>
            </a:pPr>
            <a:r>
              <a:t>Presented By: Aryan Singh (Roll No: 2500910130053)  &amp;  Abhinav Pratap Singh (Roll No: 2500910130012)</a:t>
            </a:r>
          </a:p>
          <a:p>
            <a:pPr algn="ctr">
              <a:spcBef>
                <a:spcPts val="3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Mentor: Mr. Gurunam Singh | Assistant Professor, Dept. of Information Technology</a:t>
            </a:r>
          </a:p>
          <a:p>
            <a:pPr algn="ctr">
              <a:spcBef>
                <a:spcPts val="200"/>
              </a:spcBef>
              <a:defRPr sz="1100">
                <a:solidFill>
                  <a:srgbClr val="6366F1"/>
                </a:solidFill>
                <a:latin typeface="Calibri"/>
              </a:defRPr>
            </a:pPr>
            <a:r>
              <a:t>Department of Information Technology • JSS Academy of Technical Education,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CONTEXT &amp; NEED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Problem: Why Remote Co-Viewing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The Manual Sync Dilemma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TRADITIONAL APPROACHES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Bandwidth &amp; Jitter Variations: Differing consumer internet speeds create buffer mismatches.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Client Decoding Latencies: Video decoders drift apart by 5 to 30 seconds within minutes.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Manual Countdown Failure: Counting '3-2-1 Play' fails whenever someone pauses, buffers, or seeks.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Isolation: Without a shared synchronized timeline, remote communal viewing feels disjointed and frustrating.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Commercial Tool Limitations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EXISTING PLATFORMS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Mandatory Registration: Forces all friends to create accounts and verify emails before watching.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Intrusive Browser Extensions: Demands broad permissions to inspect web traffic and user data.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Aggressive Monetization: Heavy advertisements and paywalls gating room capacity.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Excessive System Overhead: Bulky streaming clients slow down laptops and mobile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PRODUCT DEFINITION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Together: Core Value Proposition &amp;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1. Zero Accounts Required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FRICTION-FREE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Instant guest access.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Participants enter room with only a display name.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No passwords, emails, or personal tracking.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One-click invite link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2. Deterministic Sync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FRAME ACCURATE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Host-authoritative playback.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Sub-1.5 second drift tolerance.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Automatic timeline catch-up seek.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Absolute pause clamping across all viewers.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3. 100% Free &amp; Lightweight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ZERO-COST HOSTING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Runs on free cloud tiers.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No subscriptions or ads.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Intimate 5-participant capacity limit for high performance.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Mobile-responsive dark cinema 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End-to-End Distributed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Frontend Client (Vercel)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REACT SPA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React 18 + TypeScript + Vite 6.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Tailwind CSS dark cinema theme.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Dual-Player engine (YouTube + HTML5).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Floating reaction canvas &amp; live chat.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Tab-isolated session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Real-Time Gateway (Render)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PERSISTENT NODE CONTAINER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Node.js 20+ &amp; Express backend.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Socket.IO 4.8 bi-directional WebSockets.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In-memory real-time room state store.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Strict 5-user capacity guard.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Dynamic CORS &amp; Helmet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Persistence (Supabase)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OPTIONAL PERSISTENCE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PostgreSQL relational schema.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Rooms, participants, &amp; chat tables.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Row-Level Security (RLS) policies.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Automated 24h room expiration.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database lock-in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PLAYBACK ENGINE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Dual Video Player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Official YouTube IFrame Player API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YOUTUBE API INTEGRATION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Full YouTube Support: Parses standard links, youtu.be, shorts, and embeds.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100% Responsive Engine: Custom CSS ensures iframe fills 100% width and height without black letterboxing.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Guest Control Lock: Controls and keyboard seeking are disabled for guests to prevent timeline divergence.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Embed Verification: Gracefully detects disabled third-party embedding and guides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Native HTML5 Direct Video Player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HTML5 VIDEO STREAMING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Direct HTTPS Media: Streams MP4, WebM, and MOV files with native hardware decoding.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Autoplay Policy Fallback: Bypasses browser unmuted autoplay restrictions via a clean 'Click to Join Audio &amp; Sync' prompt.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Cross-Origin Safe: Enforces secure HTTPS media headers to eliminate mixed-content browser warnings.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Embedded Presets: Built-in Big Buck Bunny &amp; Blender movie samples for instant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SYNCHRONIZATION PROTOCOL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Real-Time Drift Compensation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Mathematical Sync Model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ALGORITHM SPECIFICATION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Target Time Calculation Formula: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T_target = T_playback + ((t_server - t_updated) / 1000) * Speed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Drift Evaluation: Delta = |T_local - T_target|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Drift Tolerance Threshold (1.5s):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• If Delta &lt;= 1.5s: Keep smooth local playback.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• If Delta &gt; 1.5s: Initiate smooth timeline seekTo(T_target).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Pause Clamping: When host pauses, all guests clamp to identical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Sync Event Pipeline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SOCKET.IO EVENT FLOW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Host Emits: video:change, playback:update (play/pause/seek).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Server Relays: playback:sync with authoritative timestamp.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Force Sync Broadcast: Host has dedicated 'Force Sync All' button to snap all peers into alignment.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Active Heartbeat: Server pulses periodic sync packets to prevent gradual clock divergence.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COLLABORATIVE FEATURES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Chat &amp; Floating Emoji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Live Room Text Chat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INTERACTIVE CHAT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Real-Time Messaging: Sub-millisecond text delivery across all room participants.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Host Crown Badges (👑): Visual distinction for the room host's messages.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Automated System Alerts: Instant notices for user joins, leaves, video changes, and host promotions.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Sanitized &amp; Safe: Input escaping prevents script injection (XSS attacks) and caps messages at 500 chars.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Floating Emoji Reactions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LIVE REACTION CANVAS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8 Expressive Triggers: ❤️, 😂, 🔥, 😮, 👏, 🎉, 🍿, 😱 available on a single-tap bottom dock.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Non-Blocking Overlay: Floating canvas renders directly over the video player without obstructing media controls.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Sender Tags: Displays viewer name badge beneath floating emoji.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Hardware Accelerated: CSS @keyframes floatUp smoothly animates emojis upward with zero frame drops.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SECURITY &amp; GOVERNANCE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Room Governance, Security &amp; DRM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Room Governance &amp; Governance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ACCESS CONTROL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Base32 Cryptographic Tokens: 8-character Crockford codes (e.g. yykq-3r5u) provide 40+ bits of entropy.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Strict 5-User Capacity Guard: Handshake-level rejection protects server resources from saturation.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Host Role Authority: Server rejects playback commands from non-host tokens.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Automated Failover Election: If host disconnects, the oldest connected guest is instantly elected new 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Session Isolation &amp; Content Boundaries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LEGAL &amp; TECHNICAL GUARDS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Tab-Isolated Guest Tokens: Unique tab IDs allow multiple tabs on localhost to act as distinct guests.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DRM Rejection: Detects and rejects Netflix, Disney+, Prime Video links with legal/technical explanations.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No Scraping/Proxying: Complies with copyright by utilizing official embeds rather than re-streaming copyrighted video.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Input Sanitization: All text is HTML-escaped to protect against Cross-Site Scripting (XSS).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CLOUD INFRASTRUCTURE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Zero-Cost ($0.00) 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Frontend on Vercel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GLOBAL EDGE CDN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Vercel Hobby Tier: $0/month.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Global Edge CDN delivery.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Single-Page App routing with vercel.json.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Sub-second asset load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Backend on Render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WEBSOCKET CONTAINER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Render Free Web Service: $0/month.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Persistent Node container.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Live URL: together-server-3v0u.onrender.com.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Continuous WebSocket connection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Database on Supabase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MANAGED POSTGRESQL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Supabase Free Tier: $0/month.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PostgreSQL relational engine.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Automated 24h room expiration.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In-memory store fallback if credentials omitted.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VERIFICATION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Automated End-to-End Testing (7/7 Passed)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Automated E2E Test Suite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TEST RESULTS (PART 1)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Test Script: scratch/test-e2e.js simulating multiple concurrent socket connections.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✓ TC-01: Cryptographic room creation verified.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✓ TC-02: Sequential joining of 4 guests (5/5 capacity).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✓ TC-03: 6th participant cleanly rejected by capacity guard.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✓ TC-04: Video change event broadcasted across room.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Playback &amp; Failover Verification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TEST RESULTS (PART 2)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✓ TC-05: Host playback update (playing at 42.5s) synchronized across all guests.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✓ TC-06: Live text chat and emoji reaction (🔥) broadcast verified.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✓ TC-07: Host abrupt disconnect triggers automatic election of next guest as host.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Result: 100% test pass rate with zero desynchronization or race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ROADMAP</a:t>
            </a:r>
          </a:p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Future Enhancements &amp;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8288"/>
          </a:xfrm>
          <a:prstGeom prst="rect">
            <a:avLst/>
          </a:prstGeom>
          <a:solidFill>
            <a:srgbClr val="26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WebRTC Audio / Video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VOICE INTEGRATION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Peer-to-peer mesh audio calling.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Talk with friends in real time while watching.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No external Discord or Zoom required.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Push-to-talk &amp; mute toggles.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Shared Video Queues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PLAYLIST QUEUE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Collaborative room playlist.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Guests can suggest and vote on next videos.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Auto-advance to next queued video.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Shuffle &amp; loop modes.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Calibri"/>
              </a:defRPr>
            </a:pPr>
            <a:r>
              <a:t>PWA &amp; Subtitles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MOBILE &amp; ACCESSIBILITY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Progressive Web App installation.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Add to mobile home screen.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Custom .srt / .vtt subtitle rendering.</a:t>
            </a:r>
          </a:p>
          <a:p>
            <a:pPr>
              <a:lnSpc>
                <a:spcPct val="115000"/>
              </a:lnSpc>
              <a:spcBef>
                <a:spcPts val="500"/>
              </a:spcBef>
              <a:defRPr sz="1200">
                <a:solidFill>
                  <a:srgbClr val="F8FAFC"/>
                </a:solidFill>
                <a:latin typeface="Calibri"/>
              </a:defRPr>
            </a:pPr>
            <a:r>
              <a:t>•  Picture-in-Picture (PiP) co-viewing.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6366F1"/>
                </a:solidFill>
                <a:latin typeface="Calibri"/>
              </a:defRPr>
            </a:pPr>
            <a:r>
              <a:t>Together: Watch together, wherever you are.</a:t>
            </a:r>
          </a:p>
          <a:p>
            <a:pPr algn="ctr">
              <a:spcBef>
                <a:spcPts val="1400"/>
              </a:spcBef>
              <a:defRPr sz="1400" b="1">
                <a:solidFill>
                  <a:srgbClr val="F59E0B"/>
                </a:solidFill>
                <a:latin typeface="Calibri"/>
              </a:defRPr>
            </a:pPr>
            <a:r>
              <a:t>Created By: Aryan Singh &amp; Abhinav Pratap Singh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GitHub Repository: https://github.com/aryan06-work/watch-party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Live Backend: https://together-server-3v0u.onrender.com</a:t>
            </a:r>
          </a:p>
          <a:p>
            <a:pPr algn="ctr">
              <a:spcBef>
                <a:spcPts val="2400"/>
              </a:spcBef>
              <a:defRPr sz="1800" b="1">
                <a:solidFill>
                  <a:srgbClr val="10B981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